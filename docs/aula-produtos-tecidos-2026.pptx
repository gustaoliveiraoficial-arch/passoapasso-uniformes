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4114800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580C"/>
                </a:solidFill>
              </a:rPr>
              <a:t>ACADEMIA
DE PRODUTO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</a:rPr>
              <a:t>Passo a Passo
Uniformes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3383280" cy="25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97763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0972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Tudo que voce precisa saber
para vender com confianca.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Nesta aula voce vai aprender: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799080"/>
            <a:ext cx="54864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Todos os nossos tecidos — o que sao, como funcionam, para quem indicar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457448"/>
            <a:ext cx="54864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355848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Serigrafia, DTF, Bordado e Sublimacao — quando e como usar cada 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115816"/>
            <a:ext cx="54864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014216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Guia pratico: qual estampa vai em qual tecido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774184"/>
            <a:ext cx="54864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672584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Argumentos de venda por segmento de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VISAO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a Passo a Passo vende?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Conheca todas as nossas linhas antes de aprofundar nos tecidos.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3749039" cy="23774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38100" cy="2377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3749039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</a:rPr>
              <a:t>CAMISETAS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205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Poliviscose, Algodao 381,
Algodao PA, Dry-Fit JIMP,
Dry-Fit Liso, Dry-Fit Manchester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188720"/>
            <a:ext cx="3749039" cy="23774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188720"/>
            <a:ext cx="3810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188720"/>
            <a:ext cx="3749039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29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POLO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205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Polo Poliviscose
Polo Dry-Fit JIMP
Polo Dry Manchester
Polo Piquet PV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3794760"/>
            <a:ext cx="3749039" cy="23774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3794760"/>
            <a:ext cx="38100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3794760"/>
            <a:ext cx="3749039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389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42265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Camisa Social
(lancamento)
Manga bufante
Jaleco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94760"/>
            <a:ext cx="3749039" cy="23774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94760"/>
            <a:ext cx="381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94760"/>
            <a:ext cx="3749039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9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FITNESS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265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Legging
Short / Bermuda
Top / Cropped
Crop Tradicional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9392" y="6400800"/>
            <a:ext cx="3749039" cy="23774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9392" y="6400800"/>
            <a:ext cx="38100" cy="2377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6400800"/>
            <a:ext cx="3749039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6502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INVERNO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68326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Jaqueta M.1201
Corta Vento
Thermoblock
Moletom / Japona
Colete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6400800"/>
            <a:ext cx="3749039" cy="23774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6400800"/>
            <a:ext cx="38100" cy="2377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38744" y="6400800"/>
            <a:ext cx="3749039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6502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OUTROS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68326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Avental
Body Infantil
Sacolas
Manga longa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TECIDO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Poliviscose (PV)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67% poliester + 33% viscose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583680" cy="1115568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38100" cy="11155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7348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O que 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748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Mistura de poliester (durabilidade) com viscose (maciez e frescor). Muito usado em uniformes corporativos.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59152"/>
            <a:ext cx="6583680" cy="1115568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59152"/>
            <a:ext cx="38100" cy="11155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3535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Caracteristicas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89352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Toque fresco. Seca rapido. Nao enruga facilmente. Duravel. Superficie lisa e uniforme — otima para estampas.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21024"/>
            <a:ext cx="6583680" cy="1115568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621024"/>
            <a:ext cx="38100" cy="11155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9722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Para quem indicar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51224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Escolas, empresas, comercio — qualquer segmento que quer qualidade com preco acessivel.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82896"/>
            <a:ext cx="6583680" cy="1115568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882896"/>
            <a:ext cx="38100" cy="11155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5909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Argumento de venda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3096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"Dura mais que algodao, nao amassa, seca rapido. Perfeito para uso profissional diario."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097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ESTAMPAS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1463040"/>
            <a:ext cx="4663440" cy="107899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78040" y="1463040"/>
            <a:ext cx="38100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5392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Serigrafia SILK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8186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Excelente — tinta adere perfeitamente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697480"/>
            <a:ext cx="4663440" cy="107899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78040" y="2697480"/>
            <a:ext cx="38100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773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DTF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0530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Excelente — cores vibrantes em qualquer cor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931920"/>
            <a:ext cx="4663440" cy="107899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78040" y="3931920"/>
            <a:ext cx="38100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4008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Bordado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2875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Bom — tecido firme facilita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5166360"/>
            <a:ext cx="4663440" cy="1078992"/>
          </a:xfrm>
          <a:prstGeom prst="rect">
            <a:avLst/>
          </a:prstGeom>
          <a:solidFill>
            <a:srgbClr val="1A0606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78040" y="5166360"/>
            <a:ext cx="38100" cy="1078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5242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Sublimacao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5219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NAO funciona — tem viscose (fibra natural)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TECIDO #2 E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Algodao 381 e Algodao 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100% algodao — o classico que nunca sai de moda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ALGODAO 381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597660"/>
            <a:ext cx="54864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Fio fino e denso, toque macio e premium. Mais pesado que malha comum.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283460"/>
            <a:ext cx="54864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Ideal para uniformes de alta qualidade — corporativos, formandos, academia.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969260"/>
            <a:ext cx="54864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80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Cores: Preto, Branco, Off-White, Azul Marinho (10 pcs). Demais cores: 90 pcs.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655060"/>
            <a:ext cx="54864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Argumento: "Aquela camiseta que parece cara, que todo mundo quer tocar."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143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ALGODAO PA (PENTEADO)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597660"/>
            <a:ext cx="54864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087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Algodao penteado = fibras curtas removidas. Resultado: fio mais resistente e macio.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283460"/>
            <a:ext cx="54864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1945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30% mais resistente que algodao comum. Dura muito mais.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2969260"/>
            <a:ext cx="54864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8803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Disponivel em mais cores: Preto, Mescla claro/escuro, Verde, Rosa, Laranja neon.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655060"/>
            <a:ext cx="54864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5661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Argumento: "Camiseta que nao bola, nao afina, nao perde a cor tao rapido."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097280"/>
            <a:ext cx="12700" cy="3657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029200"/>
            <a:ext cx="1152144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ESTAMPAS PARA ALGODAO: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5074920"/>
            <a:ext cx="2011680" cy="7772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507492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Serigrafia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376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Perfeita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5074920"/>
            <a:ext cx="2011680" cy="7772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94960" y="507492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DTF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376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Muito bom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5074920"/>
            <a:ext cx="2011680" cy="7772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89520" y="507492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Bordado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376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Perfeito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5074920"/>
            <a:ext cx="2011680" cy="7772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84080" y="5074920"/>
            <a:ext cx="20116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Sublimacao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5376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NAO — so poliester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TECIDOS #4, 5 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Linha Dry-Fit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100% poliester — tecnologia que mantém a pessoa seca mesmo suando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21440" cy="960120"/>
          </a:xfrm>
          <a:prstGeom prst="rect">
            <a:avLst/>
          </a:prstGeom>
          <a:solidFill>
            <a:srgbClr val="081E3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115214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430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Como funciona o Dry-Fit?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Fibras de poliester sao ocas por dentro. Quando a pessoa sua, o suor e transportado de dentro para fora do tecido e evapora rapido. Resultado: a pessoa se sente seca e confortavel mesmo se exercitando ou trabalhando em ambiente quente.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40280"/>
            <a:ext cx="3749039" cy="438912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240280"/>
            <a:ext cx="38100" cy="4389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DRY-FIT JIMP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2670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Textura JIMP (pontos em relevo)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2999232"/>
            <a:ext cx="3200400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30906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O mais tecnico. Textura aumenta a evaporacao do suor. Mais moderno e esportivo.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315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A580C"/>
                </a:solidFill>
              </a:rPr>
              <a:t>Indicado: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45537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Esportes, academias, empresas jovens/dinamicas, equipes de campo.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5468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Sublimacao: OK  |  DTF: OK  |  Serigrafia: OK  |  Bordado: com cuidado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2240280"/>
            <a:ext cx="3749039" cy="438912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2240280"/>
            <a:ext cx="38100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DRY-FIT LISO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70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Superficie lisa (sem textura)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999232"/>
            <a:ext cx="320040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0906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Mais elegante que o JIMP. Aparencia limpa e profissional. Leve e confortavel.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15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Indicado: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5537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Uniformes corporativos, escolas, empresas de tecnologia, equipes de vendas.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468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Sublimacao: OK  |  DTF: OK  |  Serigrafia: OK  |  Bordado: com cuidado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2240280"/>
            <a:ext cx="3749039" cy="438912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2240280"/>
            <a:ext cx="3810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DRY-FIT MANCHESTER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2670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Trama semi-translucida / polo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9912" y="2999232"/>
            <a:ext cx="32004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2" y="30906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Mais sofisticado. Parece um polo mas com tecnologia dry-fit. Respirabilidade extra.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2" y="4315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Indicado: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45537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Uniformes executivos premium, polo de alta qualidade, segmentos formais.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5468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Sublimacao: OK  |  DTF: OK  |  Serigrafia: OK  |  Bordado: com cuidado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TECIDOS #7 E 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Piquet PV e Viscolycra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Tecidos com diferenciais especificos — conheca quando indicar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PIQUET PV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5669280" cy="49834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81328"/>
            <a:ext cx="38100" cy="4983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Composicao: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5727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67% poliester + 33% viscose com TRATAMENTO ANTIPILLING.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22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O que e Antipilling?: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2257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Antipilling = nao forma bolinhas. As camisas usadas por meses continuam novas.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723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Textura Pique: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07238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Trama diagonal 3D visivel — aparencia premium, elegante. Diferencial visual imediato.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22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Toque: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82219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Fresco como o poliviscose, mas com textura exclusiva que valoriza o uniforme.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72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Quando indicar: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572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Polos corporativos de alta qualidade. Clientes que querem diferencial visual.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218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Argumento de venda: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32180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"Este tecido nao forma bolinhas. Depois de 1 ano de uso, a camisa continua bonita."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17043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VISCOLYCRA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481328"/>
            <a:ext cx="5577840" cy="49834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481328"/>
            <a:ext cx="38100" cy="4983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572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Composicao: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57276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96% viscose + 4% elastano (lycra).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322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O que faz?: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2257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Viscose da maciez e frescor. Elastano da elasticidade. Tecido ajusta ao corpo.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723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Toque: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07238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Premium, fluido, levemente brilhante. Parece caro ao toque.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22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Elasticidade: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82219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Estica e volta. Nao deforma com o uso. Mantém o caimento.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72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Quando indicar: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72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Manga bufante feminina, uniformes ajustados, setores criativos.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3218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Cuidado estampas: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32180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Bordado dificil (estica). Serigrafia so com tinta elastica especial. DTF: bom resultado.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TECIDOS #9 A 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Tecidos da Linha Inverno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Thermoblock, Corta Vento, Moletom, Matelasse e Brim Sarja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3749039" cy="24688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38100" cy="2468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4663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THERMOBLOCK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260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Poliester + camada termica interna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30832"/>
            <a:ext cx="3383279" cy="127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3243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Jaquetas e coletes. Mantem o calor corporal sem pesar. Ideal para RS no inverno e ambientes com ar-condicionado.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Serigrafia: bom | DTF: bom | Bordado: excelente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170432"/>
            <a:ext cx="3749039" cy="24688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170432"/>
            <a:ext cx="38100" cy="2468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24663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CORTA VENTO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5260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Nylon (poliamida) impermeavel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2272" y="1830832"/>
            <a:ext cx="3383279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193243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Repele vento e chuva. Levissimo, pode ser dobrado em um bolso. Nao abafa como japona pesada.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327355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DTF: possivel | Serigrafia: dificil | Bordado: nao recomendado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1170432"/>
            <a:ext cx="3749039" cy="24688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1170432"/>
            <a:ext cx="38100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24663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MOLETOM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5260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Algodao ou poliester (fleece/french terry)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1624" y="1830832"/>
            <a:ext cx="3383279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193243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College, canguru, basico. Macio por dentro, estruturado por fora. Quente e confortavel.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27355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Serigrafia: excelente | DTF: bom | Bordado: excelente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3867912"/>
            <a:ext cx="4114800" cy="24688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57400" y="3867912"/>
            <a:ext cx="38100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3944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MATELASSE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2235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Multiplas camadas acolchoadas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4528312"/>
            <a:ext cx="374904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4629912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Coletes premium. Textura 3D exclusiva. Aparencia sofisticada e executiva. Alta durabilidade.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97103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Bordado: dificil | DTF: possivel | Serigrafia: dificil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867912"/>
            <a:ext cx="4114800" cy="24688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3867912"/>
            <a:ext cx="38100" cy="2468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944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BRIM SARJA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2235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100% algodao industrial diagonal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4528312"/>
            <a:ext cx="3749040" cy="12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629912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Bermudas, calcas industriais. Resistencia extrema. Nao derrete. Para trabalho pesado.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97103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Serigrafia: perfeita | DTF: bom | Bordado: perfeito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ESTAMPA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Serigrafia SILK (Silk Screen)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 tecnica mais classica — tinta que penetra nas fibras do tecido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669280" cy="2834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COMO FUNCIONA (simples):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1. Cria-se uma TELA (malha com emulsao fotossensivel)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47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2. O logo/arte e gravado na tela com luz UV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3. A tela e colocada sobre o tecido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4. Tinta e passada por cima com um RODO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5. Tinta atravessa os furos e penetra nas fibras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01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6. Tinta seca e fica permanente — resiste a muitas lavagens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041648"/>
            <a:ext cx="5669280" cy="2487168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041648"/>
            <a:ext cx="38100" cy="2487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3308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VANTAGENS: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4398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Cores VIBRANTES — tinta dentro da fibra, nao na superficie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5546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Durabilidade excepcional — aguenta 50+ lavagens sem desbotar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6694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Custo baixissimo por peca em grande volume (50+ pcs iguais)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7842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Funciona em quase todos os tecidos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78992"/>
            <a:ext cx="5577840" cy="2148840"/>
          </a:xfrm>
          <a:prstGeom prst="rect">
            <a:avLst/>
          </a:prstGeom>
          <a:solidFill>
            <a:srgbClr val="1A0A0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078992"/>
            <a:ext cx="38100" cy="2148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170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LIMITACOES (saiba explicar):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Cada COR diferente = uma tela separada (custo sobe)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20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Designs com muitas cores ficam caros em poucas pecas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Gradientes suaves sao dificeis de reproduzir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980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Setup inicial demora (gravacao das telas)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337560"/>
            <a:ext cx="5577840" cy="141732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337560"/>
            <a:ext cx="38100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29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QUANDO INDICAR: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3075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Logo simples (1-3 cores) + pedido grande (50+ pcs iguais)
Cliente quer DURABILIDADE maxima e preco baixo por peca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46320"/>
            <a:ext cx="557784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919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FUNCIONA EM: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120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Algodao 381  Algodao PA  Poliviscose
Piquet PV  Dry-Fit (todos)  Moletom  Brim Sarja
Corta vento (dificil)  Matelasse (dificil)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ESTAMPA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DTF — Direct to Film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 revolucao das estampas: funciona em quase tudo, com qualquer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669280" cy="30632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COMO FUNCIONA (simples):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1. Design e impresso em um FILME PET especial (papel filme)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2. Po adesivo de poliamida e espalhado sobre o filme impresso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3. Filme vai ao forno para ativar o adesivo (po derrete ligeiramente)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4. Filme e posicionado sobre o tecido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272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5. PRENSA TERMICA a 160C por alguns segundos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387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6. Filme e removido — estampa fica permanentemente no tecido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51960"/>
            <a:ext cx="5669280" cy="228600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251960"/>
            <a:ext cx="38100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POR QUE O DTF E INCRIVEL: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Funciona em QUALQUER cor de tecido (claro ou escuro)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Gradientes, sombras, fotos — qualquer design complexo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94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Sem preparacao do tecido (economiza tempo e dinheiro)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60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Toque macio — estampa nao fica borrachuda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26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Funciona em algodao, dry-fit, poliviscose e mistos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078992"/>
            <a:ext cx="5577840" cy="2834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DTF vs SERIGRAFIA — QUANDO USAR CADA UM: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572768"/>
            <a:ext cx="5577840" cy="429768"/>
          </a:xfrm>
          <a:prstGeom prst="rect">
            <a:avLst/>
          </a:prstGeom>
          <a:solidFill>
            <a:srgbClr val="14253A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6362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</a:rPr>
              <a:t>SITUACAO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6362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2E8F0"/>
                </a:solidFill>
              </a:rPr>
              <a:t>DTF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16362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2E8F0"/>
                </a:solidFill>
              </a:rPr>
              <a:t>SERIGRAFIA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029968"/>
            <a:ext cx="5577840" cy="429768"/>
          </a:xfrm>
          <a:prstGeom prst="rect">
            <a:avLst/>
          </a:prstGeom>
          <a:solidFill>
            <a:srgbClr val="0D1F3C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0934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Design colorido (4+ cores)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0934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0B981"/>
                </a:solidFill>
              </a:rPr>
              <a:t>✓ Perfeito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0934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✗ Caro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487168"/>
            <a:ext cx="5577840" cy="429768"/>
          </a:xfrm>
          <a:prstGeom prst="rect">
            <a:avLst/>
          </a:prstGeom>
          <a:solidFill>
            <a:srgbClr val="0F2845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5506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Design simples (1-2 cores)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5506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5506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0B981"/>
                </a:solidFill>
              </a:rPr>
              <a:t>✓ Melhor preco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944368"/>
            <a:ext cx="5577840" cy="429768"/>
          </a:xfrm>
          <a:prstGeom prst="rect">
            <a:avLst/>
          </a:prstGeom>
          <a:solidFill>
            <a:srgbClr val="0D1F3C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0078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Pedido pequeno (10-30 pcs)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0078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0B981"/>
                </a:solidFill>
              </a:rPr>
              <a:t>✓ Melhor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0078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✗ Setup caro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401568"/>
            <a:ext cx="5577840" cy="429768"/>
          </a:xfrm>
          <a:prstGeom prst="rect">
            <a:avLst/>
          </a:prstGeom>
          <a:solidFill>
            <a:srgbClr val="0F2845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4650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Pedido grande (100+ pcs iguais)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34650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34650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0B981"/>
                </a:solidFill>
              </a:rPr>
              <a:t>✓ Mais barato/peca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858768"/>
            <a:ext cx="5577840" cy="429768"/>
          </a:xfrm>
          <a:prstGeom prst="rect">
            <a:avLst/>
          </a:prstGeom>
          <a:solidFill>
            <a:srgbClr val="0D1F3C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39222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Tecido escuro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9222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0B981"/>
                </a:solidFill>
              </a:rPr>
              <a:t>✓ Funciona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5560" y="39222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0B981"/>
                </a:solidFill>
              </a:rPr>
              <a:t>✓ Funciona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315968"/>
            <a:ext cx="5577840" cy="429768"/>
          </a:xfrm>
          <a:prstGeom prst="rect">
            <a:avLst/>
          </a:prstGeom>
          <a:solidFill>
            <a:srgbClr val="0F2845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794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Gradiente/Foto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43794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0B981"/>
                </a:solidFill>
              </a:rPr>
              <a:t>✓ Perfeito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5560" y="43794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✗ Dificil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846320"/>
            <a:ext cx="557784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919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FUNCIONA EM QUASE TUDO: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2120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Algodao  Dry-Fit  Poliviscose  Piquet PV  Viscolycra
Moletom  Thermoblock  Brim Sarja — praticamente tudo!
Corta vento e matelasse: possivel com cuidado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ESTAMPA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Bordado em Maquina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 estampa mais premium e duravel — aparencia executiva garantida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669280" cy="29260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COMO FUNCIONA: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1. Logo e convertido para arquivo de bordado digital (programado em ponto a ponto)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2. Tecido e fixado em um BASTIDOR para nao escorregar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3. Maquina automatica move agulha e bastidor simultaneamente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4. Linhas coloridas sao aplicadas ponto a ponto sobre o tecido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101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5. Resultado: desenho costurado — nao e tinta, e fio de linha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114800"/>
            <a:ext cx="5669280" cy="242316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114800"/>
            <a:ext cx="38100" cy="2423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POR QUE INDICAR BORDADO: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537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Aparencia EXECUTIVA e premium — parece logo de empresa grande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Durabilidade extrema — linha costurada nao sai nunca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21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Tato diferente — logo em relevo, da para sentir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058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Consistencia perfeita — todas as pecas identicas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899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Ideal para LOGOS CORPORATIVOS e uniformes de alto padrao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78992"/>
            <a:ext cx="5577840" cy="2148840"/>
          </a:xfrm>
          <a:prstGeom prst="rect">
            <a:avLst/>
          </a:prstGeom>
          <a:solidFill>
            <a:srgbClr val="1A0A0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078992"/>
            <a:ext cx="38100" cy="2148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170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LIMITACOES: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Pecas menores — bordado ocupa espaco limitado (logo grande fica caro)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20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Tecidos finos (dry-fit muito fino) — agulha pode danificar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Tecidos muito elasticos (viscolycra) — deforma durante o processo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980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Nao faz gradientes ou fotos — apenas cores solidas e linhas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337560"/>
            <a:ext cx="5577840" cy="137160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337560"/>
            <a:ext cx="3810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29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QUANDO INDICAR BORDADO: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3075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Logos corporativos  •  Uniformes executivos
Escolhas de tecidos firmes: Piquet, Algodao, Moletom, Brim
Cliente que quer aparencia PREMIUM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46320"/>
            <a:ext cx="557784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919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MELHORES TECIDOS PARA BORDADO: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1208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Piquet PV: PERFEITO  |  Algodao: PERFEITO  |  Moletom: OTIMO
Brim Sarja: PERFEITO  |  Poliviscose: BOM  |  Thermoblock: BOM
Dry-Fit fino: COM CUIDADO  |  Viscolycra: DIFICIL  |  Corta Vento: NAO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ESTAMPA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Sublimacao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 tecnica dos uniformes esportivos — cores que nao saem nunca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669280" cy="2834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COMO FUNCIONA: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1. Arte e impressa em papel especial com TINTA SUBLIMATICA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653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2. Papel e posicionado sobre o tecido poliester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94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3. PRENSA TERMICA a 180-200C por 10-15 segundos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334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4. O CALOR faz a tinta mudar de solido direto para GAS (sublimacao)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5. Gas penetra nas fibras do tecido e se solidifica DENTRO delas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01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6. Cor fica INTEGRADA a fibra — impossivel sair em lavagens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023360"/>
            <a:ext cx="5669280" cy="2514600"/>
          </a:xfrm>
          <a:prstGeom prst="rect">
            <a:avLst/>
          </a:prstGeom>
          <a:solidFill>
            <a:srgbClr val="18080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38100" cy="2514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POR QUE NAO FUNCIONA EM ALGODAO? (IMPORTANTE SABER!)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6227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Poliester e uma fibra TERMOPL ASTICA: quando aquece a 180C, as fibras
"abrem" e a tinta gasosa consegue entrar.
Algodao e uma fibra NATURAL: nao se abre com calor. A tinta gasosa
nao consegue penetrar. Resultado: estampa apagada e sai na 1a lavagem.
CLIENTE PERGUNTAR: "Da pra fazer sublimacao em algodao?"
RESPOSTA: "Nao. Para estampa colorida em algodao, recomendo DTF."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78992"/>
            <a:ext cx="5577840" cy="233172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078992"/>
            <a:ext cx="38100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70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VANTAGENS DA SUBLIMACAO: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Cores EXTREMAMENTE vibrantes e saturadas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92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Estampa full body — cobre TODA a peca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768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Toque normal — nao fica emborrachado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609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Durabilidade extrema — nao desbota nunca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Ideal para uniformes esportivos com muito detalhe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20440"/>
            <a:ext cx="5577840" cy="1371600"/>
          </a:xfrm>
          <a:prstGeom prst="rect">
            <a:avLst/>
          </a:prstGeom>
          <a:solidFill>
            <a:srgbClr val="121E0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520440"/>
            <a:ext cx="381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REGRA DE OURO: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319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Sublimacao APENAS em tecidos 100% sinteticos.
Poliester = perfeito. Dry-Fit = perfeito.
Algodao = NUNCA. Mistos = resultado fraco.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983480"/>
            <a:ext cx="5577840" cy="155448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074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TECIDOS PARA SUBLIMACAO: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76672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Dry-Fit JIMP: PERFEITO  |  Dry-Fit Liso: PERFEITO
Dry-Fit Manchester: MUITO BOM  |  Corta Vento 100% poliester: BOM
ALGODAO (qualquer tipo): NAO FUNCIONA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TABELA DE COMPATIBILIDADE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Guia Rapido: Qual estampa vai em qual tecido?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Cole este guia na sua mesa — consulte antes de cada atendimento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11658600" cy="411480"/>
          </a:xfrm>
          <a:prstGeom prst="rect">
            <a:avLst/>
          </a:prstGeom>
          <a:solidFill>
            <a:srgbClr val="1A2E4A"/>
          </a:solidFill>
          <a:ln w="508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4300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A580C"/>
                </a:solidFill>
              </a:rPr>
              <a:t>TECIDO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143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SERIGRAFIA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143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DTF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143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97316"/>
                </a:solidFill>
              </a:rPr>
              <a:t>BORDADO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1143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SUBLIMACAO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536192"/>
            <a:ext cx="11658600" cy="347472"/>
          </a:xfrm>
          <a:prstGeom prst="rect">
            <a:avLst/>
          </a:prstGeom>
          <a:solidFill>
            <a:srgbClr val="0F2845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400" y="15996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Poliviscose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0792" y="16377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0792" y="16504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16377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6504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22792" y="16377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2792" y="16504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71632" y="1637792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71632" y="16504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901952"/>
            <a:ext cx="11658600" cy="347472"/>
          </a:xfrm>
          <a:prstGeom prst="rect">
            <a:avLst/>
          </a:prstGeom>
          <a:solidFill>
            <a:srgbClr val="0D1F3C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9400" y="19654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Algodao 381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50792" y="20035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50792" y="20162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6792" y="20035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0162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22792" y="20035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20162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71632" y="2003552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71632" y="20162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267712"/>
            <a:ext cx="11658600" cy="347472"/>
          </a:xfrm>
          <a:prstGeom prst="rect">
            <a:avLst/>
          </a:prstGeom>
          <a:solidFill>
            <a:srgbClr val="0F2845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9400" y="233121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Algodao 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792" y="236931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50792" y="23820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36792" y="236931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23820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22792" y="236931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2792" y="23820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71632" y="2369312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71632" y="23820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633472"/>
            <a:ext cx="11658600" cy="347472"/>
          </a:xfrm>
          <a:prstGeom prst="rect">
            <a:avLst/>
          </a:prstGeom>
          <a:solidFill>
            <a:srgbClr val="0D1F3C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9400" y="269697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Dry-Fit JIMP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50792" y="273507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50792" y="274777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6792" y="273507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6792" y="274777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22792" y="273507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22792" y="274777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71632" y="273507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71632" y="274777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2999232"/>
            <a:ext cx="11658600" cy="347472"/>
          </a:xfrm>
          <a:prstGeom prst="rect">
            <a:avLst/>
          </a:prstGeom>
          <a:solidFill>
            <a:srgbClr val="0F2845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9400" y="30627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Dry-Fit Liso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50792" y="310083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50792" y="31135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36792" y="310083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36792" y="31135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22792" y="310083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22792" y="31135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71632" y="310083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71632" y="31135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3364992"/>
            <a:ext cx="11658600" cy="347472"/>
          </a:xfrm>
          <a:prstGeom prst="rect">
            <a:avLst/>
          </a:prstGeom>
          <a:solidFill>
            <a:srgbClr val="0D1F3C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9400" y="34284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Dry Manchester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50792" y="34665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50792" y="34792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36792" y="34665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36792" y="34792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22792" y="346659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22792" y="34792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71632" y="34665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71632" y="34792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3730752"/>
            <a:ext cx="11658600" cy="347472"/>
          </a:xfrm>
          <a:prstGeom prst="rect">
            <a:avLst/>
          </a:prstGeom>
          <a:solidFill>
            <a:srgbClr val="0F2845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9400" y="37942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Piquet PV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50792" y="38323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50792" y="38450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36792" y="38323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36792" y="38450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22792" y="38323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22792" y="38450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71632" y="3832352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71632" y="38450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4096512"/>
            <a:ext cx="11658600" cy="347472"/>
          </a:xfrm>
          <a:prstGeom prst="rect">
            <a:avLst/>
          </a:prstGeom>
          <a:solidFill>
            <a:srgbClr val="0D1F3C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9400" y="416001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Viscolycra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50792" y="419811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50792" y="42108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36792" y="419811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36792" y="42108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22792" y="419811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22792" y="42108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771632" y="4198112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771632" y="42108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" y="4462272"/>
            <a:ext cx="11658600" cy="347472"/>
          </a:xfrm>
          <a:prstGeom prst="rect">
            <a:avLst/>
          </a:prstGeom>
          <a:solidFill>
            <a:srgbClr val="0F2845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9400" y="452577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Thermoblock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050792" y="456387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050792" y="457657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36792" y="456387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36792" y="457657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22792" y="456387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622792" y="457657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771632" y="456387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771632" y="457657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4828032"/>
            <a:ext cx="11658600" cy="347472"/>
          </a:xfrm>
          <a:prstGeom prst="rect">
            <a:avLst/>
          </a:prstGeom>
          <a:solidFill>
            <a:srgbClr val="0D1F3C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9400" y="48915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Corta Vento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050792" y="492963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050792" y="49423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336792" y="492963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36792" y="49423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622792" y="4929632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622792" y="49423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771632" y="492963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771632" y="49423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8600" y="5193792"/>
            <a:ext cx="11658600" cy="347472"/>
          </a:xfrm>
          <a:prstGeom prst="rect">
            <a:avLst/>
          </a:prstGeom>
          <a:solidFill>
            <a:srgbClr val="0F2845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9400" y="52572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Moletom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050792" y="52953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050792" y="53080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336792" y="52953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36792" y="53080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622792" y="529539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22792" y="53080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771632" y="529539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771632" y="530809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8600" y="5559552"/>
            <a:ext cx="11658600" cy="347472"/>
          </a:xfrm>
          <a:prstGeom prst="rect">
            <a:avLst/>
          </a:prstGeom>
          <a:solidFill>
            <a:srgbClr val="0D1F3C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9400" y="56230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Brim Sarja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050792" y="56611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050792" y="56738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336792" y="56611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36792" y="56738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622792" y="5661152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22792" y="56738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771632" y="5661152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771632" y="567385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28600" y="5925312"/>
            <a:ext cx="11658600" cy="347472"/>
          </a:xfrm>
          <a:prstGeom prst="rect">
            <a:avLst/>
          </a:prstGeom>
          <a:solidFill>
            <a:srgbClr val="0F2845"/>
          </a:solidFill>
          <a:ln w="25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79400" y="598881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Matelasse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050792" y="602691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050792" y="60396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336792" y="602691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336792" y="60396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622792" y="6026912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622792" y="60396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771632" y="6026912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771632" y="603961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5760" y="6446520"/>
            <a:ext cx="219456" cy="219456"/>
          </a:xfrm>
          <a:prstGeom prst="rect">
            <a:avLst/>
          </a:prstGeom>
          <a:solidFill>
            <a:srgbClr val="0528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5760" y="6459220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58368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OK — Funciona bem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200400" y="6446520"/>
            <a:ext cx="219456" cy="219456"/>
          </a:xfrm>
          <a:prstGeom prst="rect">
            <a:avLst/>
          </a:prstGeom>
          <a:solidFill>
            <a:srgbClr val="281C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200400" y="6459220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!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493008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COM CUIDADO — possivel mas dificil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858000" y="6446520"/>
            <a:ext cx="219456" cy="219456"/>
          </a:xfrm>
          <a:prstGeom prst="rect">
            <a:avLst/>
          </a:prstGeom>
          <a:solidFill>
            <a:srgbClr val="280505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858000" y="6459220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EF4444"/>
                </a:solidFill>
              </a:rPr>
              <a:t>NAO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50608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NAO — nao funciona neste tecido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GUIA DE VENDAS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Argumentos de Venda por Segmento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Use este guia para recomendar o produto certo para cada cliente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669280" cy="171907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38100" cy="17190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2466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ESCOLA / ENSINO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5260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Tecido: Poliviscose ou Algodao 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80543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"Dura o ano letivo inteiro. Nao amassa. Facil de lavar. Cria identidade visual da escola."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4404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Silk: logo simples  |  DTF: logo colorido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70432"/>
            <a:ext cx="5669280" cy="171907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70432"/>
            <a:ext cx="38100" cy="17190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2466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EMPRESA / CORPORATIVO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5260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Tecido: Piquet PV ou Poliviscose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180543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"Nao forma bolinhas. Depois de 1 ano de uso, a camisa continua bonita. Passa profissionalismo."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4404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Bordado: logo executivo  |  DTF: arte detalhada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5669280" cy="171907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017520"/>
            <a:ext cx="38100" cy="17190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3093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ACADEMIA / ESPORTE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3373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Tecido: Dry-Fit JIMP ou Dry-Fit Liso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3652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"O aluno nao transpira visivel. Seca em minutos. Cores vibrantes com sublimacao que nao saem."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42875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Sublimacao: arte total  |  DTF: logo colorido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017520"/>
            <a:ext cx="5669280" cy="171907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017520"/>
            <a:ext cx="38100" cy="17190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3093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TIME / FUTEBOL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3373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Tecido: Dry-Fit Liso ou Dry-Fit Manchester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652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"Uniforme personalizado com numero, nome e logo. Leve, confortavel, cores que nao desbotam."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2875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Sublimacao total  |  DTF para logos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64608"/>
            <a:ext cx="5669280" cy="171907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864608"/>
            <a:ext cx="38100" cy="17190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49408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SAUDE / CLINICA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52202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Tecido: Piquet PV ou Algodao 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" y="54996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"Aparencia profissional. Facil de higienizar. Nao perde a forma com muitas lavagens."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" y="613460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Bordado: logo clinica  |  Silk: texto simples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864608"/>
            <a:ext cx="5669280" cy="1719072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864608"/>
            <a:ext cx="38100" cy="17190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49408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INDUSTRIA / CAMPO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52202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Tecido: Brim Sarja ou Dry-Fit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54996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"Resistencia maxima. Brim nao rasga facil, nao derrete. Dry-Fit mantém o trabalhador fresco."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8" y="613460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Silk: logo simples  |  DTF: arte personalizada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RESUMAO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As 6 Regras de Ouro do Vendedor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Salve, fixe na mesa, repita ate sair de memoria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66928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548640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99032"/>
            <a:ext cx="548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2720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Sublimacao = SO EM DRY-FIT (poliester)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6022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Algodao nao sublima. Se o cliente quer design colorido em algodao — indica DTF.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70432"/>
            <a:ext cx="566928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70432"/>
            <a:ext cx="548640" cy="1691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99032"/>
            <a:ext cx="548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2720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DTF funciona em QUALQUER TECIDO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6022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Design complexo, cores escuras, gradiente, poucas pecas — DTF e sempre seguro.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99232"/>
            <a:ext cx="566928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99232"/>
            <a:ext cx="548640" cy="1691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227832"/>
            <a:ext cx="548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1008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Serigrafia = volume + logo simples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4310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1-3 cores + 50+ pecas iguais = serigrafia ganha no preco. Menos pecas = DTF.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999232"/>
            <a:ext cx="566928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999232"/>
            <a:ext cx="548640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227832"/>
            <a:ext cx="548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1008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Bordado = logo executivo 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4310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Quando o cliente quer aparencia de empresa grande. Piquet + bordado = uniforme de alto nivel.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828032"/>
            <a:ext cx="566928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828032"/>
            <a:ext cx="548640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056632"/>
            <a:ext cx="548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929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Piquet PV nao forma bolinhas — use isso como diferencial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2598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"Antipilling" e argumento de venda forte. Mostre a diferenca para o cliente.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828032"/>
            <a:ext cx="5669280" cy="1691640"/>
          </a:xfrm>
          <a:prstGeom prst="rect">
            <a:avLst/>
          </a:prstGeom>
          <a:solidFill>
            <a:srgbClr val="0F284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828032"/>
            <a:ext cx="548640" cy="1691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056632"/>
            <a:ext cx="548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4929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Dry-Fit resolve o problema do calor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52598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Colaborador que trabalha em ambiente quente ou se mexe muito — dry-fit e a indicacao certa.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E2E8F0"/>
                </a:solidFill>
              </a:rPr>
              <a:t>Agora voce conhece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A580C"/>
                </a:solidFill>
              </a:rPr>
              <a:t>o que voce vende.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926080"/>
            <a:ext cx="18288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2E8F0"/>
                </a:solidFill>
              </a:rPr>
              <a:t>Conhecimento sobre produto gera CONFIANCA.
Confianca fecha VENDAS.
Voce nao esta mais so mostrando camiseta — voce esta consultando.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78020"/>
            <a:ext cx="73152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Conhece cada tecido e para quem indicar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478020"/>
            <a:ext cx="73152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Sabe qual estampa vai em qual tecido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63820"/>
            <a:ext cx="73152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Tem argumentos de venda por segmento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5163820"/>
            <a:ext cx="73152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0749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Pode responder qualquer pergunta tecnica do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Passo a Passo Uniformes  |  Academia de Produto  | 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