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PASSO A PASSO UNIFORMES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D1D5DB"/>
                </a:solidFill>
              </a:rPr>
              <a:t>Uma nova 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9E0B"/>
                </a:solidFill>
              </a:rPr>
              <a:t>comeca hoje.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3063240"/>
            <a:ext cx="1097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1D5DB"/>
                </a:solidFill>
              </a:rPr>
              <a:t>Esta reuniao vai mudar a forma como voce enxerga
o seu trabalho, o seu potencial e o seu futuro.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309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Abril 2026  |  Equipe de Vendas  |  Passo a Passo Uniformes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</a:rPr>
              <a:t>Voce nao esta aqui por acaso.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457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</a:rPr>
              <a:t>Cada pessoa nesta sala foi escolhida porque tem potencial para algo maior.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772400" cy="74980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788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1328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Voce acorda pensando em como pode ser melhor hoje?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7772400" cy="74980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0228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2768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Voce sente que o seu trabalho pode mudar a vida da sua familia?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7772400" cy="74980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1668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4208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Voce acredita que tem mais a dar do que esta dando?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7772400" cy="74980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3108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5648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Voce quer ser reconhecido, crescer, e se orgulhar do que faz?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52160"/>
            <a:ext cx="7772400" cy="658368"/>
          </a:xfrm>
          <a:prstGeom prst="rect">
            <a:avLst/>
          </a:prstGeom>
          <a:solidFill>
            <a:srgbClr val="1A1200"/>
          </a:solidFill>
          <a:ln w="9525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852160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92531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Se voce respondeu SIM para qualquer dessas perguntas — esta reuniao e para voce.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457200"/>
            <a:ext cx="3474720" cy="6126480"/>
          </a:xfrm>
          <a:prstGeom prst="rect">
            <a:avLst/>
          </a:prstGeom>
          <a:solidFill>
            <a:srgbClr val="120D00"/>
          </a:solidFill>
          <a:ln w="6350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548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59E0B"/>
                </a:solidFill>
              </a:rPr>
              <a:t>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1D5DB"/>
                </a:solidFill>
              </a:rPr>
              <a:t>O sucesso nao e um destino. E uma identidade que voce escolhe todos os dias.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840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— James Clear
Autor de Atomic Habits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40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</a:rPr>
              <a:t>Feche os olhos por um segundo.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D1D5DB"/>
                </a:solidFill>
              </a:rPr>
              <a:t>O que voce 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9E0B"/>
                </a:solidFill>
              </a:rPr>
              <a:t>correndo atras?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2578608"/>
            <a:ext cx="109728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3657600" cy="1508760"/>
          </a:xfrm>
          <a:prstGeom prst="rect">
            <a:avLst/>
          </a:prstGeom>
          <a:solidFill>
            <a:srgbClr val="140F02"/>
          </a:solidFill>
          <a:ln w="6350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3810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3624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870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1D5DB"/>
                </a:solidFill>
              </a:rPr>
              <a:t>Uma casa propria.
A sensacao de ter algo seu.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834640"/>
            <a:ext cx="3657600" cy="1508760"/>
          </a:xfrm>
          <a:prstGeom prst="rect">
            <a:avLst/>
          </a:prstGeom>
          <a:solidFill>
            <a:srgbClr val="140F02"/>
          </a:solidFill>
          <a:ln w="6350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834640"/>
            <a:ext cx="3810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93624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9870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1D5DB"/>
                </a:solidFill>
              </a:rPr>
              <a:t>Um carro novo.
Nao precisar pedir carona.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2834640"/>
            <a:ext cx="3657600" cy="1508760"/>
          </a:xfrm>
          <a:prstGeom prst="rect">
            <a:avLst/>
          </a:prstGeom>
          <a:solidFill>
            <a:srgbClr val="140F02"/>
          </a:solidFill>
          <a:ln w="6350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2834640"/>
            <a:ext cx="3810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93624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29870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1D5DB"/>
                </a:solidFill>
              </a:rPr>
              <a:t>Dar para sua familia
o que ela merece.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3657600" cy="1508760"/>
          </a:xfrm>
          <a:prstGeom prst="rect">
            <a:avLst/>
          </a:prstGeom>
          <a:solidFill>
            <a:srgbClr val="140F02"/>
          </a:solidFill>
          <a:ln w="6350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3810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2788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786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1D5DB"/>
                </a:solidFill>
              </a:rPr>
              <a:t>Pagar a faculdade
dos seus filhos.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4526280"/>
            <a:ext cx="3657600" cy="1508760"/>
          </a:xfrm>
          <a:prstGeom prst="rect">
            <a:avLst/>
          </a:prstGeom>
          <a:solidFill>
            <a:srgbClr val="140F02"/>
          </a:solidFill>
          <a:ln w="6350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4526280"/>
            <a:ext cx="3810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462788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✈️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46786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1D5DB"/>
                </a:solidFill>
              </a:rPr>
              <a:t>Uma viagem que voce
nunca imaginou fazer.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84464" y="4526280"/>
            <a:ext cx="3657600" cy="1508760"/>
          </a:xfrm>
          <a:prstGeom prst="rect">
            <a:avLst/>
          </a:prstGeom>
          <a:solidFill>
            <a:srgbClr val="140F02"/>
          </a:solidFill>
          <a:ln w="6350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4" y="4526280"/>
            <a:ext cx="3810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462788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46786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1D5DB"/>
                </a:solidFill>
              </a:rPr>
              <a:t>Provar para si mesmo
que e capaz.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NEUROCIENCIA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457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Seu cerebro esta do seu lado.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Voce so precisa entender como ele funciona.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57784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8100" cy="19202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1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DOPAMINA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12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Seu cerebro libera dopamina ANTES da recompensa — nao depois.
O simples ato de ligar para um cliente e seguir o processo
ja ativa o sistema de recompensa. Voce precisa comecar para sentir.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57784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38100" cy="19202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1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NEUROPLASTICIDADE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012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Cada vez que voce repete uma acao, seu cerebro cria
novas conexoes neuronais. Vendas e um musculo.
Quanto mais voce treina, mais facil fica. Sempre.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557784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38100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70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NEURONIOS ESPELHO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500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Seu cerebro copia as pessoas ao redor.
Se voce se cerca de pessoas que vendem bem e tem alto padrao,
seu cerebro automaticamente eleva o seu padrao tambem.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069080"/>
            <a:ext cx="557784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069080"/>
            <a:ext cx="38100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70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VISUALIZACAO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500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Estudos da Harvard mostram que o cerebro nao distingue
entre uma experiencia real e uma visualizada com detalhes.
Visualizar o sucesso ja esta te preparando para ele.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63640"/>
            <a:ext cx="1124712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Fontes: Pesquisa da Harvard Medical School · James Clear (Atomic Habits) · Andrew Huberman (Huberman Lab)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1D5DB"/>
                </a:solidFill>
              </a:rPr>
              <a:t>Existe uma diferenca entre fazer e 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D1D5DB"/>
                </a:solidFill>
              </a:rPr>
              <a:t>Voce nao "tenta vender".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97316"/>
                </a:solidFill>
              </a:rPr>
              <a:t>Voce E um vendedor.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2468880"/>
            <a:ext cx="109728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5303520" cy="530352"/>
          </a:xfrm>
          <a:prstGeom prst="rect">
            <a:avLst/>
          </a:prstGeom>
          <a:solidFill>
            <a:srgbClr val="1A0C0C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2697480"/>
            <a:ext cx="5852160" cy="530352"/>
          </a:xfrm>
          <a:prstGeom prst="rect">
            <a:avLst/>
          </a:prstGeom>
          <a:solidFill>
            <a:srgbClr val="0A180A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2773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63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Mentalidade Antiga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7863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Nova Identidade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303520" cy="530352"/>
          </a:xfrm>
          <a:prstGeom prst="rect">
            <a:avLst/>
          </a:prstGeom>
          <a:solidFill>
            <a:srgbClr val="160A0A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3291840"/>
            <a:ext cx="5852160" cy="530352"/>
          </a:xfrm>
          <a:prstGeom prst="rect">
            <a:avLst/>
          </a:prstGeom>
          <a:solidFill>
            <a:srgbClr val="071407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3368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07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"Preciso vender mais"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3807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"Eu sou um profissional de vendas"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303520" cy="530352"/>
          </a:xfrm>
          <a:prstGeom prst="rect">
            <a:avLst/>
          </a:prstGeom>
          <a:solidFill>
            <a:srgbClr val="160A0A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886200"/>
            <a:ext cx="5852160" cy="530352"/>
          </a:xfrm>
          <a:prstGeom prst="rect">
            <a:avLst/>
          </a:prstGeom>
          <a:solidFill>
            <a:srgbClr val="071407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962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751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"Espero o cliente aparecer"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9751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"Eu caço oportunidades"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5303520" cy="530352"/>
          </a:xfrm>
          <a:prstGeom prst="rect">
            <a:avLst/>
          </a:prstGeom>
          <a:solidFill>
            <a:srgbClr val="160A0A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4480560"/>
            <a:ext cx="5852160" cy="530352"/>
          </a:xfrm>
          <a:prstGeom prst="rect">
            <a:avLst/>
          </a:prstGeom>
          <a:solidFill>
            <a:srgbClr val="071407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4556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694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"Tudo bem nao fechar"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694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"Cada nao me aproxima de um sim"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74920"/>
            <a:ext cx="5303520" cy="530352"/>
          </a:xfrm>
          <a:prstGeom prst="rect">
            <a:avLst/>
          </a:prstGeom>
          <a:solidFill>
            <a:srgbClr val="160A0A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5074920"/>
            <a:ext cx="5852160" cy="530352"/>
          </a:xfrm>
          <a:prstGeom prst="rect">
            <a:avLst/>
          </a:prstGeom>
          <a:solidFill>
            <a:srgbClr val="071407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151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638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"O processo e chato"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638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"O processo e o que me torna imparavel"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69280"/>
            <a:ext cx="5303520" cy="530352"/>
          </a:xfrm>
          <a:prstGeom prst="rect">
            <a:avLst/>
          </a:prstGeom>
          <a:solidFill>
            <a:srgbClr val="160A0A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5669280"/>
            <a:ext cx="5852160" cy="530352"/>
          </a:xfrm>
          <a:prstGeom prst="rect">
            <a:avLst/>
          </a:prstGeom>
          <a:solidFill>
            <a:srgbClr val="071407"/>
          </a:solidFill>
          <a:ln w="381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5745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7581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"Sorte dos outros"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7581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"Eu crio minha propria sorte"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CIENCIA DOS HABITOS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Nao confie na motivacao.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Confie no processo. A motivacao vai e vem. O processo fica.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O LOOP DO HABITO VENCEDOR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743200" cy="219456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1. GATILHO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Abre o Kommo.
Ve os leads do 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A2A2A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286000"/>
            <a:ext cx="2743200" cy="219456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28600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2. ROTINA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Segue o script.
Faz o contato.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A2A2A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2743200" cy="219456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286000"/>
            <a:ext cx="27432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3. RECOMPENSA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Fechou? O sino toca.
Nao fechou? Aprendeu.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A2A2A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286000"/>
            <a:ext cx="2743200" cy="219456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286000"/>
            <a:ext cx="2743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4. REPETICAO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Faz de novo amanha.
Seu cerebro fica mais forte.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solidFill>
            <a:srgbClr val="051710"/>
          </a:solidFill>
          <a:ln w="9525">
            <a:solidFill>
              <a:srgbClr val="0A3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3810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1D5DB"/>
                </a:solidFill>
              </a:rPr>
              <a:t>"Nao e o mais forte que sobrevive, nem o mais inteligente.
E aquele que melhor se adapta ao processo."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— Principio da Neuroplasticidade Adaptativa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D1D5DB"/>
                </a:solidFill>
              </a:rPr>
              <a:t>Por que voce pode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</a:rPr>
              <a:t>confiar nesta lideranca.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1783080"/>
            <a:ext cx="1097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5577840" cy="1828800"/>
          </a:xfrm>
          <a:prstGeom prst="rect">
            <a:avLst/>
          </a:prstGeom>
          <a:solidFill>
            <a:srgbClr val="141002"/>
          </a:solidFill>
          <a:ln w="9525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3810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84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Estou correndo o mesmo risco que voce.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00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Nao estou pedindo para voce fazer algo que eu mesmo nao esteja fazendo.
Cada decisao que tomo e pensando no crescimento de todos nos.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57400"/>
            <a:ext cx="5577840" cy="1828800"/>
          </a:xfrm>
          <a:prstGeom prst="rect">
            <a:avLst/>
          </a:prstGeom>
          <a:solidFill>
            <a:srgbClr val="141002"/>
          </a:solidFill>
          <a:ln w="9525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57400"/>
            <a:ext cx="3810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84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Eu conheco o terreno.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400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Cada cliente, cada objecao, cada canal — eu estudei, testei e validei.
O plano que estou trazendo nao e teoria. E o resultado de muito trabalho.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5577840" cy="1828800"/>
          </a:xfrm>
          <a:prstGeom prst="rect">
            <a:avLst/>
          </a:prstGeom>
          <a:solidFill>
            <a:srgbClr val="141002"/>
          </a:solidFill>
          <a:ln w="9525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3810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9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Meu sucesso depende do seu sucesso.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516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Quando voce cresce, eu cresço. Quando voce vende, a empresa cresce.
Estamos no mesmo barco. Eu nao tenho interesse em te ver falhar.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69080"/>
            <a:ext cx="5577840" cy="1828800"/>
          </a:xfrm>
          <a:prstGeom prst="rect">
            <a:avLst/>
          </a:prstGeom>
          <a:solidFill>
            <a:srgbClr val="141002"/>
          </a:solidFill>
          <a:ln w="9525">
            <a:solidFill>
              <a:srgbClr val="3A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069080"/>
            <a:ext cx="3810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9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Eu vou estar aqui todos os dias.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516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Nao sou o tipo de lider que da o plano e some.
Estarei na trincheira com voce. Todos os dias. Sem excecao.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EFEITO COMPOSTO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457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Pequenas acoes todos os 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A5FA"/>
                </a:solidFill>
              </a:rPr>
              <a:t>criam resultados imposssiveis de ignorar.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828800" cy="6583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42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929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Voce faz a acao. Parece pequeno. 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70632"/>
            <a:ext cx="3200400" cy="6583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468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Semana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89763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O habito comeca a se formar. Fica mais facil.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75304"/>
            <a:ext cx="4572000" cy="65836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5150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0606"/>
                </a:solidFill>
              </a:rPr>
              <a:t>Semana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70230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Voce ja e reconhecido como o que 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79976"/>
            <a:ext cx="59436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5617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0606"/>
                </a:solidFill>
              </a:rPr>
              <a:t>Mes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5069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Os resultados aparecem. O time te ve diferente.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84648"/>
            <a:ext cx="731520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2608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0606"/>
                </a:solidFill>
              </a:rPr>
              <a:t>Mes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311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Voce virou referencia. E impossivel ignorar.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0B1930"/>
          </a:solidFill>
          <a:ln w="63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A5FA"/>
                </a:solidFill>
              </a:rPr>
              <a:t>"1% melhor a cada dia = 37x melhor ao final de um ano."  — James 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Voce nao vai fazer isso sozinho.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0" y="1024128"/>
            <a:ext cx="1097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1D5DB"/>
                </a:solidFill>
              </a:rPr>
              <a:t>Estamos construindo um ambiente onde o sucesso e inevitavel.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5760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89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Treinamento toda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19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30 minutos. Todo lunes. Tecnica, produto, roleplay e resultado.
Quem treina, vende. Quem vende, cresce.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737360"/>
            <a:ext cx="365760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737360"/>
            <a:ext cx="3657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89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O sino e o placar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19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Toda venda celebrada. Toda meta registrada.
O sucesso de um inspira o outro — isso e ciencia.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737360"/>
            <a:ext cx="365760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737360"/>
            <a:ext cx="3657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89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Competicao saudavel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219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Nao estamos competindo contra o mercado.
Estamos elevando o padrao juntos, todos os dias.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365760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3657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92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Reconhecimento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2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Quem bate meta e reconhecido em publico.
Nao e elogio vazio — e respeito verdadeiro pelo esforco.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3840480"/>
            <a:ext cx="365760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840480"/>
            <a:ext cx="3657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992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Feedback honesto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32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Nao vou te deixar errar sem te avisar.
Nao vou te abandonar quando for dificil.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3840480"/>
            <a:ext cx="3657600" cy="19202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4464" y="3840480"/>
            <a:ext cx="3657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3992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Cultura de crescimento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32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Errar faz parte. O que nao pode e repetir o mesmo erro.
Cada queda e uma aula. Cada aula te torna mais forte.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D1D5DB"/>
                </a:solidFill>
              </a:rPr>
              <a:t>Um compromisso simples.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97316"/>
                </a:solidFill>
              </a:rPr>
              <a:t>Nao com a empresa. Com voce mesmo.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1572768"/>
            <a:ext cx="109728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74519"/>
            <a:ext cx="9509760" cy="566928"/>
          </a:xfrm>
          <a:prstGeom prst="rect">
            <a:avLst/>
          </a:prstGeom>
          <a:solidFill>
            <a:srgbClr val="181818"/>
          </a:solidFill>
          <a:ln w="508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9507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7316"/>
                </a:solidFill>
              </a:rPr>
              <a:t>[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63419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Eu vou seguir o processo — mesmo quando nao estiver com vontade.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60319"/>
            <a:ext cx="9509760" cy="566928"/>
          </a:xfrm>
          <a:prstGeom prst="rect">
            <a:avLst/>
          </a:prstGeom>
          <a:solidFill>
            <a:srgbClr val="181818"/>
          </a:solidFill>
          <a:ln w="508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6365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7316"/>
                </a:solidFill>
              </a:rPr>
              <a:t>[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49219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Eu vou tratar cada cliente como se fosse o mais importante.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246119"/>
            <a:ext cx="9509760" cy="566928"/>
          </a:xfrm>
          <a:prstGeom prst="rect">
            <a:avLst/>
          </a:prstGeom>
          <a:solidFill>
            <a:srgbClr val="181818"/>
          </a:solidFill>
          <a:ln w="508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3223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7316"/>
                </a:solidFill>
              </a:rPr>
              <a:t>[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35019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Eu vou aprender com cada nao e melhorar a cada semana.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931919"/>
            <a:ext cx="9509760" cy="566928"/>
          </a:xfrm>
          <a:prstGeom prst="rect">
            <a:avLst/>
          </a:prstGeom>
          <a:solidFill>
            <a:srgbClr val="181818"/>
          </a:solidFill>
          <a:ln w="508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0081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7316"/>
                </a:solidFill>
              </a:rPr>
              <a:t>[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20819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Eu vou celebrar as vitorias dos meus colegas como se fossem minhas.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617719"/>
            <a:ext cx="9509760" cy="566928"/>
          </a:xfrm>
          <a:prstGeom prst="rect">
            <a:avLst/>
          </a:prstGeom>
          <a:solidFill>
            <a:srgbClr val="181818"/>
          </a:solidFill>
          <a:ln w="508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6939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7316"/>
                </a:solidFill>
              </a:rPr>
              <a:t>[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706619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Eu vou aparecer todos os dias — de corpo e mente presente.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303519"/>
            <a:ext cx="9509760" cy="566928"/>
          </a:xfrm>
          <a:prstGeom prst="rect">
            <a:avLst/>
          </a:prstGeom>
          <a:solidFill>
            <a:srgbClr val="181818"/>
          </a:solidFill>
          <a:ln w="508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53797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7316"/>
                </a:solidFill>
              </a:rPr>
              <a:t>[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392419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Eu vou acreditar no processo mesmo antes de ver os resultados.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989320"/>
            <a:ext cx="9509760" cy="566928"/>
          </a:xfrm>
          <a:prstGeom prst="rect">
            <a:avLst/>
          </a:prstGeom>
          <a:solidFill>
            <a:srgbClr val="1A0902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6053328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</a:rPr>
              <a:t>Este nao e um papel que voce assina. E uma escolha que voce faz agora.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D1D5DB"/>
                </a:solidFill>
              </a:rPr>
              <a:t>Daqui a 3 meses,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D1D5DB"/>
                </a:solidFill>
              </a:rPr>
              <a:t>voce vai olhar para tras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59E0B"/>
                </a:solidFill>
              </a:rPr>
              <a:t>e nao vai acreditar no quanto cresceu.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2880360"/>
            <a:ext cx="1097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1D5DB"/>
                </a:solidFill>
              </a:rPr>
              <a:t>O unico requisito e que voce apareca amanha.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840480"/>
            <a:ext cx="7589520" cy="1371600"/>
          </a:xfrm>
          <a:prstGeom prst="rect">
            <a:avLst/>
          </a:prstGeom>
          <a:solidFill>
            <a:srgbClr val="120D00"/>
          </a:solidFill>
          <a:ln w="12700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977639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59E0B"/>
                </a:solidFill>
              </a:rPr>
              <a:t>"A jornada de mil milhas comeca com um unico passo."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57200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— Lao Tse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7316"/>
                </a:solidFill>
              </a:rPr>
              <a:t>Vamos juntos.  Somos leoes.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Passo a Passo Uniformes  |  Equipe de Vendas  |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